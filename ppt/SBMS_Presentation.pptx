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3291840"/>
            <a:ext cx="2926080" cy="292608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5" name="Shape 3"/>
          <p:cNvSpPr/>
          <p:nvPr/>
        </p:nvSpPr>
        <p:spPr>
          <a:xfrm>
            <a:off x="3977640" y="777240"/>
            <a:ext cx="1188720" cy="1188720"/>
          </a:xfrm>
          <a:prstGeom prst="ellipse">
            <a:avLst/>
          </a:prstGeom>
          <a:solidFill>
            <a:srgbClr val="2A3583"/>
          </a:solidFill>
          <a:ln/>
        </p:spPr>
      </p:sp>
      <p:pic>
        <p:nvPicPr>
          <p:cNvPr id="6" name="Image 0" descr="icons/white_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5102" y="1044702"/>
            <a:ext cx="653796" cy="6537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BANKING MANAGEMENT SYSTEM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SBMS 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Banking Application in C — Final Capstone Project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3794760"/>
            <a:ext cx="27432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Harpal Singh Lodhi  |  B.Tech (CSE)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 Using C — Academic Project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749040" cy="33832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173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157162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4630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bank customer records manually on paper or in simple spreadsheets is slow and error-prone — balances go wrong and records get lost.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bank setup needs a simple program to store accounts safely, handle deposits/withdrawals, and search records quickly.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143000"/>
            <a:ext cx="402336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 Solved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92040" y="192024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console-based C program manage customer accounts, handle everyday banking transactions, and still keep data safe after the program closes — while applying real DSA concepts like searching and sorting?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Banking Management System (SBMS)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14600" cy="155448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153047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secure logins for Admin, Employee and Customer.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14600" cy="155448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877" y="153047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474720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records in binary files so data survives a restart.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35040" y="1234440"/>
            <a:ext cx="2514600" cy="155448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077" y="153047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Searching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217920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linear and binary search on customer records.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017520"/>
            <a:ext cx="2514600" cy="155448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icons/s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77" y="331355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" y="37947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Records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31520" y="4069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customers by name and by balance using bubble sort.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91840" y="3017520"/>
            <a:ext cx="2514600" cy="155448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7472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icons/exch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877" y="3313557"/>
            <a:ext cx="276606" cy="27660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74720" y="37947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Ops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3474720" y="4069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deposit, withdrawal, transfer and mini statements.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035040" y="3017520"/>
            <a:ext cx="2514600" cy="1554480"/>
          </a:xfrm>
          <a:prstGeom prst="rect">
            <a:avLst/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5" descr="icons/co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077" y="3313557"/>
            <a:ext cx="276606" cy="27660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217920" y="37947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 Code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217920" y="4069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project across clean, reusable .c/.h files.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Banking Management System (SBMS)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→ Role Login → Role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29000" y="13258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(main.c)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1828800"/>
            <a:ext cx="0" cy="320040"/>
          </a:xfrm>
          <a:prstGeom prst="line">
            <a:avLst/>
          </a:prstGeom>
          <a:noFill/>
          <a:ln w="15875">
            <a:solidFill>
              <a:srgbClr val="5B5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4884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(admin.c)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0" cy="320040"/>
          </a:xfrm>
          <a:prstGeom prst="line">
            <a:avLst/>
          </a:prstGeom>
          <a:noFill/>
          <a:ln w="15875">
            <a:solidFill>
              <a:srgbClr val="5B5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14884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148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(employee.c)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52360" y="1828800"/>
            <a:ext cx="0" cy="320040"/>
          </a:xfrm>
          <a:prstGeom prst="line">
            <a:avLst/>
          </a:prstGeom>
          <a:noFill/>
          <a:ln w="15875">
            <a:solidFill>
              <a:srgbClr val="5B5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4884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48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(customer.c)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743200"/>
            <a:ext cx="0" cy="320040"/>
          </a:xfrm>
          <a:prstGeom prst="line">
            <a:avLst/>
          </a:prstGeom>
          <a:noFill/>
          <a:ln w="15875">
            <a:solidFill>
              <a:srgbClr val="5B5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 —  banking.c (accounts, transactions, reports)   |   dsa.c (search &amp; sort)   |   utils.c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3813048"/>
            <a:ext cx="0" cy="274320"/>
          </a:xfrm>
          <a:prstGeom prst="line">
            <a:avLst/>
          </a:prstGeom>
          <a:noFill/>
          <a:ln w="15875">
            <a:solidFill>
              <a:srgbClr val="5B5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4087368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7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40873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Data Files  (customer.dat · employee.dat · transaction.dat)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Banking Management System (SBMS)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Modules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8412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35024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458468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28016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11880" y="128016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customers &amp; employees, view bank reports, run the DSA module.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139696"/>
            <a:ext cx="804672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40944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23113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11880" y="223113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customer accounts, deposit/withdraw, search &amp; view records.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090672"/>
            <a:ext cx="8046720" cy="8412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236976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/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360420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1821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611880" y="31821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inquiry, deposit, withdraw, transfer, mini statement, change PIN.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041648"/>
            <a:ext cx="804672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18795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icons/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4311396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13308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611880" y="413308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customers, total employees, total balance, active/frozen accounts.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Banking Management System (SBMS)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Algorithms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377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1188720"/>
            <a:ext cx="56692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188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37744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0" y="1645920"/>
            <a:ext cx="566928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1645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Employee, Transaction records (banking.h)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2103120"/>
            <a:ext cx="56692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103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Customer[] loaded from file for search/sort (dsa.c)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237744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6" name="Shape 14"/>
          <p:cNvSpPr/>
          <p:nvPr/>
        </p:nvSpPr>
        <p:spPr>
          <a:xfrm>
            <a:off x="2926080" y="2560320"/>
            <a:ext cx="566928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Files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2560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fread/fwrite persistence — 3 .dat files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6080" y="3017520"/>
            <a:ext cx="56692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3017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customer by account number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237744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4" name="Shape 22"/>
          <p:cNvSpPr/>
          <p:nvPr/>
        </p:nvSpPr>
        <p:spPr>
          <a:xfrm>
            <a:off x="2926080" y="3474720"/>
            <a:ext cx="566928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63240" y="3474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 after sorting by account number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926080" y="3931920"/>
            <a:ext cx="56692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63240" y="3931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customers by name and by balance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389120"/>
            <a:ext cx="237744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2" name="Shape 30"/>
          <p:cNvSpPr/>
          <p:nvPr/>
        </p:nvSpPr>
        <p:spPr>
          <a:xfrm>
            <a:off x="2926080" y="4389120"/>
            <a:ext cx="5669280" cy="457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63240" y="4389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passed/updated via pointers, e.g. findCustomer()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Banking Management System (SBMS)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walkthrough of the customer transaction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28800" cy="237744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7373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018" y="18813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1460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logs in with Account Number + PIN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77440" y="237744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624328" y="1508760"/>
            <a:ext cx="1828800" cy="237744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</p:spPr>
      </p:sp>
      <p:sp>
        <p:nvSpPr>
          <p:cNvPr id="11" name="Shape 8"/>
          <p:cNvSpPr/>
          <p:nvPr/>
        </p:nvSpPr>
        <p:spPr>
          <a:xfrm>
            <a:off x="3218688" y="17373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ons/wa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706" y="188137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34056" y="251460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Choose Action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61488" y="28803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Inquiry / Deposit / Withdraw / Transfer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53128" y="237744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700016" y="1508760"/>
            <a:ext cx="1828800" cy="237744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</p:spPr>
      </p:sp>
      <p:sp>
        <p:nvSpPr>
          <p:cNvPr id="17" name="Shape 13"/>
          <p:cNvSpPr/>
          <p:nvPr/>
        </p:nvSpPr>
        <p:spPr>
          <a:xfrm>
            <a:off x="5294376" y="17373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394" y="188137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09744" y="251460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Validate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37176" y="28803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and account status (frozen?) are checked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28816" y="237744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775704" y="1508760"/>
            <a:ext cx="1828800" cy="237744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</p:spPr>
      </p:sp>
      <p:sp>
        <p:nvSpPr>
          <p:cNvPr id="23" name="Shape 18"/>
          <p:cNvSpPr/>
          <p:nvPr/>
        </p:nvSpPr>
        <p:spPr>
          <a:xfrm>
            <a:off x="7370064" y="17373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082" y="1881378"/>
            <a:ext cx="352044" cy="3520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85432" y="2514600"/>
            <a:ext cx="1609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Save &amp; Confirm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912864" y="28803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updated in file, transaction logged, result shown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Banking Management System (SBMS)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number of customer records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774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1371600"/>
            <a:ext cx="1280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14630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371600"/>
            <a:ext cx="14630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0" y="1371600"/>
            <a:ext cx="11887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371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237744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74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1874520"/>
            <a:ext cx="128016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1874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1874520"/>
            <a:ext cx="146304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1874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1874520"/>
            <a:ext cx="146304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874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0" y="1874520"/>
            <a:ext cx="118872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874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377440"/>
            <a:ext cx="2377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237744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0" y="2377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06240" y="2377440"/>
            <a:ext cx="1463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0" y="2377440"/>
            <a:ext cx="1463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32320" y="2377440"/>
            <a:ext cx="1188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2377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2880360"/>
            <a:ext cx="237744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0" y="2880360"/>
            <a:ext cx="128016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0" y="2880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206240" y="2880360"/>
            <a:ext cx="146304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0" y="28803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0" y="2880360"/>
            <a:ext cx="146304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0" y="28803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32320" y="2880360"/>
            <a:ext cx="118872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0" y="2880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3383280"/>
            <a:ext cx="2377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Customer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926080" y="338328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926080" y="3383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206240" y="3383280"/>
            <a:ext cx="1463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206240" y="3383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669280" y="3383280"/>
            <a:ext cx="1463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5669280" y="3383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132320" y="3383280"/>
            <a:ext cx="1188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7132320" y="33832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48640" y="3886200"/>
            <a:ext cx="237744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3886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Update/Delete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926080" y="3886200"/>
            <a:ext cx="128016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7" name="Text 55"/>
          <p:cNvSpPr/>
          <p:nvPr/>
        </p:nvSpPr>
        <p:spPr>
          <a:xfrm>
            <a:off x="2926080" y="3886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206240" y="3886200"/>
            <a:ext cx="146304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9" name="Text 57"/>
          <p:cNvSpPr/>
          <p:nvPr/>
        </p:nvSpPr>
        <p:spPr>
          <a:xfrm>
            <a:off x="4206240" y="3886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669280" y="3886200"/>
            <a:ext cx="146304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1" name="Text 59"/>
          <p:cNvSpPr/>
          <p:nvPr/>
        </p:nvSpPr>
        <p:spPr>
          <a:xfrm>
            <a:off x="5669280" y="3886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132320" y="3886200"/>
            <a:ext cx="118872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3" name="Text 61"/>
          <p:cNvSpPr/>
          <p:nvPr/>
        </p:nvSpPr>
        <p:spPr>
          <a:xfrm>
            <a:off x="7132320" y="38862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Binary search runs in O(log n) only after the O(n²) bubble sort has been applied once.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Banking Management System (SBMS)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 Outcomes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429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5407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Updating/deleting a record safely without corrupting the binary file (solved using a temp file)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Keeping the customer array in sync while running search/sort in dsa.c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Handling invalid input (negative amounts, wrong PIN) without crashing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840480" cy="3429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0" y="141732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644" y="154076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0" y="2103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to apply searching &amp; sorting to real, working data instead of textbook examples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29200" y="29260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Managing binary file I/O and structuring a multi-file C project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0" y="37490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Git/GitHub to track progress over the project timeline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Banking Management System (SBMS)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22960" cy="822960"/>
          </a:xfrm>
          <a:prstGeom prst="ellipse">
            <a:avLst/>
          </a:prstGeom>
          <a:solidFill>
            <a:srgbClr val="F7F8FC"/>
          </a:solidFill>
          <a:ln/>
        </p:spPr>
      </p:sp>
      <p:pic>
        <p:nvPicPr>
          <p:cNvPr id="4" name="Image 0" descr="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99032"/>
            <a:ext cx="493776" cy="493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3716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is version-controlled and organised for easy review.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931920" cy="2468880"/>
          </a:xfrm>
          <a:prstGeom prst="rect">
            <a:avLst/>
          </a:prstGeom>
          <a:solidFill>
            <a:srgbClr val="22263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331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        — all .c source files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8986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include/    — banking.h, utils.h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4655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       — customer.dat, employee.dat, transaction.dat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403250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  — overview, setup &amp; compile instructions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2103120"/>
            <a:ext cx="3886200" cy="24688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Command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26517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main.c admin.c employee.c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customer.c banking.c dsa.c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utils.c -o main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./main   (Windows: .\main.exe)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 shows steady development progress from setup to final testing.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Banking Management System (SBMS)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14600" cy="15544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153047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for Transactions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 undo (stack) and request queue as suggested in the guideline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14600" cy="15544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9" name="Shape 6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s/s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877" y="153047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Sorting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74720" y="2331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bubble sort with quick sort / merge sort for larger data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1234440"/>
            <a:ext cx="2514600" cy="15544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077" y="153047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/ Hashing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17920" y="2331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customer lookup beyond a plain array scan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3017520"/>
            <a:ext cx="2514600" cy="15544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9" name="Shape 14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77" y="331355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" y="37947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31520" y="4114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PINs and passwords instead of storing them in plain form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91840" y="3017520"/>
            <a:ext cx="2514600" cy="15544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4" name="Shape 18"/>
          <p:cNvSpPr/>
          <p:nvPr/>
        </p:nvSpPr>
        <p:spPr>
          <a:xfrm>
            <a:off x="347472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877" y="3313557"/>
            <a:ext cx="276606" cy="27660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74720" y="37947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&amp; Loans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474720" y="4114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interest calculation and basic loan management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035040" y="3017520"/>
            <a:ext cx="2514600" cy="15544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9" name="Shape 22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5" descr="icon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077" y="3313557"/>
            <a:ext cx="276606" cy="27660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217920" y="37947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Version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6217920" y="4114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console-only to a graphical interface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Banking Management System (SBMS)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2926080" cy="2926080"/>
          </a:xfrm>
          <a:prstGeom prst="ellipse">
            <a:avLst/>
          </a:prstGeom>
          <a:solidFill>
            <a:srgbClr val="26327A"/>
          </a:solidFill>
          <a:ln/>
        </p:spPr>
      </p:sp>
      <p:sp>
        <p:nvSpPr>
          <p:cNvPr id="4" name="Shape 2"/>
          <p:cNvSpPr/>
          <p:nvPr/>
        </p:nvSpPr>
        <p:spPr>
          <a:xfrm>
            <a:off x="3977640" y="1188720"/>
            <a:ext cx="1188720" cy="1188720"/>
          </a:xfrm>
          <a:prstGeom prst="ellipse">
            <a:avLst/>
          </a:prstGeom>
          <a:solidFill>
            <a:srgbClr val="2A3583"/>
          </a:solidFill>
          <a:ln/>
        </p:spPr>
      </p:sp>
      <p:pic>
        <p:nvPicPr>
          <p:cNvPr id="5" name="Image 0" descr="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5102" y="1456182"/>
            <a:ext cx="653796" cy="6537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— happy to answer any questions about SBMS.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Harpal Singh Lodhi  |  Smart Banking Management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2026-07-26T18:40:52Z</dcterms:created>
  <dcterms:modified xsi:type="dcterms:W3CDTF">2026-07-26T18:40:52Z</dcterms:modified>
</cp:coreProperties>
</file>